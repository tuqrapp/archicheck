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ARCHICHECK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395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tu socio arquitecto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Start-Up Chile · Programa BIG · Línea Ignite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D97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conjunto antes de la llamada con el evaluador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la llamada y quién lidera qué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evaluador · conversación libre · 1 minuto reservado para el MVP · van los 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81912"/>
            <a:ext cx="502920" cy="50292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5636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to be Solved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293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Lidera: José (co-founder)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331720"/>
            <a:ext cx="3602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 el ciclo de permisos desde adentro — preparó expedientes y enfrentó revisiones DOM por 18 años.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581912"/>
            <a:ext cx="502920" cy="50292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5636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 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19293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Lidera: founder (tú)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2331720"/>
            <a:ext cx="3602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decisiones técnicas y roadmap.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319272"/>
            <a:ext cx="502920" cy="50292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3009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in Chile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6667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Compartido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4069080"/>
            <a:ext cx="3602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con los números; él valida desde el terreno.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19472" y="3319272"/>
            <a:ext cx="502920" cy="50292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33009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6667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Lidera: founder (tú)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9472" y="4069080"/>
            <a:ext cx="3602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Respondes directo; menciona la complementariedad del equipo.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2 co-founders con perfil de arquitecto (José y Cristian) — confirma cuál asiste antes de repartir roles.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mensajes que no pueden faltar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097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funciona: informe real de 14 páginas, validado con arquitectos externos.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es enorme: +800 días de tramitación, 70% explicado por revisiones.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383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Aún sin ventas — y ahí es donde entra Ignite: meta 10 estudios y USD 6.000 MRR.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532120" y="1097280"/>
            <a:ext cx="3154680" cy="3520440"/>
          </a:xfrm>
          <a:prstGeom prst="roundRect">
            <a:avLst>
              <a:gd name="adj" fmla="val 2319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298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ANCLA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1719072"/>
            <a:ext cx="2697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Tramitación DOM: +800 días · 70% explicado por revisiones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restaurante: 15 recintos, 8 incumplimientos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USD6,0M · SAM USD3,8M · SOM USD600K (consistente)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 independiente: desde USD 300 por expediente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que probablemente le toquen a tu socio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Conversen las respuestas con sus propias palabras — no hace falta memorizar guion.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PROBLEMA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dónde sale el dato de +800 días de tramitación?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tan distintos son los criterios entre Direcciones de Obra?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un revisor independiente no garantiza la aprobación?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explica que las revisiones sean más del 70% de ese tiempo?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MERCADO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el SAM excluye “obras menores” si el alcance inicial las incluía?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¿Esto refleja lo que ves a diario en tu propio estudio?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tipos de permiso conviene cubrir primero, y por qué?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tan dispuesto está un estudio chico a pagar por esto hoy?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 a resolver juntos antes de la llamada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97864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D9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cuál co-founder asiste (José o Cristian) y ajustar roles.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D97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01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 lista la fuente de los +800 días — sostiene todo el problema.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D97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597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Enmarcar el LTV/CAC (23x) como hipótesis, no como medición real.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D9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1181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Reconciliar en una sola cuenta: runway, los dos MRR y los 10 estudios.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D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7764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si el aporte ángel de USD 8.000 ya está cerrado.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81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necesitan estar de acuerdo en todo — sí no contradecirse en la llamada.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ArchiCheck gana: evidencia, no opinión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 revisó el mismo proyecto que usamos como caso de demo — comparación directa.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34440" y="1207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71800" y="1207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7772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7772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34440" y="1536192"/>
            <a:ext cx="1737360" cy="1426464"/>
          </a:xfrm>
          <a:prstGeom prst="roundRect">
            <a:avLst>
              <a:gd name="adj" fmla="val 384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536192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71800" y="1536192"/>
            <a:ext cx="1737360" cy="1426464"/>
          </a:xfrm>
          <a:prstGeom prst="roundRect">
            <a:avLst>
              <a:gd name="adj" fmla="val 3846"/>
            </a:avLst>
          </a:prstGeom>
          <a:solidFill>
            <a:srgbClr val="1B3A4B"/>
          </a:solidFill>
          <a:ln w="25400">
            <a:solidFill>
              <a:srgbClr val="D97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536192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ArchiCheck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2999232"/>
            <a:ext cx="1737360" cy="1426464"/>
          </a:xfrm>
          <a:prstGeom prst="roundRect">
            <a:avLst>
              <a:gd name="adj" fmla="val 384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999232"/>
            <a:ext cx="1737360" cy="1426464"/>
          </a:xfrm>
          <a:prstGeom prst="roundRect">
            <a:avLst>
              <a:gd name="adj" fmla="val 384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999232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1207008"/>
            <a:ext cx="3703320" cy="3246120"/>
          </a:xfrm>
          <a:prstGeom prst="roundRect">
            <a:avLst>
              <a:gd name="adj" fmla="val 2254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89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(mismo expediente)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7739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438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2080" y="21214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menciones a rampa, ventilación o evacuación en el reporte de Revi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26243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1208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urbanísticas marcadas “informado pero no revisado”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0" y="3474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12080" y="38221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observaciones citan solo 2 artículos administrativos del formulario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Caso: restaurante Plaza Pedro de Valdivia, Providencia — ArchiCheck detectó una rampa con 10,98% de pendiente (máx. 8%) que Revi no menciona.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Validación con socio arquitecto — Defensa Start-Up Chile BIG Ignite</dc:title>
  <dc:subject>PptxGenJS Presentation</dc:subject>
  <dc:creator>ArchiCheck</dc:creator>
  <cp:lastModifiedBy>ArchiCheck</cp:lastModifiedBy>
  <cp:revision>1</cp:revision>
  <dcterms:created xsi:type="dcterms:W3CDTF">2026-06-24T23:58:46Z</dcterms:created>
  <dcterms:modified xsi:type="dcterms:W3CDTF">2026-06-24T23:58:46Z</dcterms:modified>
</cp:coreProperties>
</file>