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8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47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Permiso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paraliza la obra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26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norma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días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CChC (promedio real)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848 días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Colliers / Portal Inmobiliario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 días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38587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explican &gt;70% del tiempo de tramitación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CChC Observatorio · Colliers/PortalInmobiliario · MINVU DDU-ESP-019-09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23360" y="347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financiero real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731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escenarios calculados sobre demoras reales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1188720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colectivo — 9 pisos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79392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207.360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16.589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del presupuesto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79392" y="181051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costo financiero por retraso de 753 días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0" y="2450592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Ampliación comercial &lt; 100 m²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9392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2.400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2505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 6.000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2889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 del proyecto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79392" y="307238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ventas perdidas (6 meses de cierre de tienda en mall)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23360" y="3712464"/>
            <a:ext cx="4663440" cy="1133856"/>
          </a:xfrm>
          <a:prstGeom prst="roundRect">
            <a:avLst>
              <a:gd name="adj" fmla="val 8065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Vivienda particular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7939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5.000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3767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745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4151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del presupuesto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79392" y="433425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en espera + arriendo del propietario por 6 meses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competitiva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proyecto analizado por ArchiCheck y Revi · comparación directa, no opinión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49440" y="246888"/>
            <a:ext cx="182880" cy="128016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68896" y="228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101584" y="246888"/>
            <a:ext cx="182880" cy="128016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228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y coherencia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77440" y="1207008"/>
            <a:ext cx="164592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329903"/>
            <a:ext cx="164592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20700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41648" y="132990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básicas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0" y="1572768"/>
            <a:ext cx="164592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695663"/>
            <a:ext cx="164592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157276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41648" y="169566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planos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0" y="1938528"/>
            <a:ext cx="137160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061423"/>
            <a:ext cx="82296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193852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18688" y="206142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286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planos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77440" y="2304288"/>
            <a:ext cx="164592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2427183"/>
            <a:ext cx="82296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30428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18688" y="242718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espacial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2670048"/>
            <a:ext cx="164592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2792943"/>
            <a:ext cx="27432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267004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70048" y="279294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espaciales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77440" y="3035808"/>
            <a:ext cx="137160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3158703"/>
            <a:ext cx="27432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303580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70048" y="315870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3383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Admisibilidad y concordancia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77440" y="3401568"/>
            <a:ext cx="192024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3524463"/>
            <a:ext cx="192024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340156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15968" y="352446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 documentación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377440" y="3767328"/>
            <a:ext cx="2194560" cy="11521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77440" y="3890223"/>
            <a:ext cx="1645920" cy="11521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0288" y="3767328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41648" y="3890223"/>
            <a:ext cx="201168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20640" y="987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120640" y="1316736"/>
            <a:ext cx="3566160" cy="987552"/>
          </a:xfrm>
          <a:prstGeom prst="roundRect">
            <a:avLst>
              <a:gd name="adj" fmla="val 92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66944" y="138988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online rápido, preciso e iterativo que contrasta el expediente completo contra la normativa vigente artículo por artículo: OGUC · LGUC · DDU · PRC comunal.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7×24 desde el anteproyecto. Indica exactamente qué incumple y qué corregir.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2064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20640" y="2706624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48656" y="276148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computacional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28816" y="2779776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2761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· U-Net · DINO · SAM 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20640" y="3255264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48656" y="33101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cognitiva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28816" y="3328416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56832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GPT-4o — lee cotas, infiere usos, detecta inconsistencias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120640" y="3803904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48656" y="38587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normativo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528816" y="3877056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56832" y="3858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+ JSON — verifica cumplimientos artículo por artículo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120640" y="4352544"/>
            <a:ext cx="3566160" cy="493776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48656" y="44074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local único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28816" y="4425696"/>
            <a:ext cx="0" cy="347472"/>
          </a:xfrm>
          <a:prstGeom prst="line">
            <a:avLst/>
          </a:prstGeom>
          <a:noFill/>
          <a:ln w="12700">
            <a:solidFill>
              <a:srgbClr val="0087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56832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MLSTRUCT-FP: 954 planos chilenos en alta resolución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4937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análisis del plano: 40 hallazgos vs 7 de Revi sobre el mismo proyecto piloto.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5065776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50657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IA — aprende con cada revisión · mejora incremental · siempre es la misma para el arquitecto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normativa automatizada de planos: OGUC · LGUC · DDU · PRC comunal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lo que la DOM observará antes de presentar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7×24, desde el anteproyecto, en minutos · USD 100/expediente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objetivo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AF7F9"/>
          </a:solidFill>
          <a:ln w="12700">
            <a:solidFill>
              <a:srgbClr val="EA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789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adopter: estudios 1–5 personas, sin revisor interno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1760" y="13624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Core: estudios medianos con volumen recurrente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64592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Canal: constructoras con arquitectos internos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1760" y="1929384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Revisores privados: escalan su capacidad con ArchiCheck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51760" y="2212848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Canal: CChC · revisión de planos para Revi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distribución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AOA + Colegio de Arquitectos (canal institucional directo)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Referidos entre estudios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 Construcción · ferias de industria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EF9EF"/>
          </a:solidFill>
          <a:ln w="12700">
            <a:solidFill>
              <a:srgbClr val="FEF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 proyecto: USD 50–100/expediente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Suscripción mensual: USD 300/mes uso ilimitado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B2G (Etapa 2): SaaS para municipios · fondos FNDR / FIC-R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6,0M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 expedientes × USD 100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84832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76272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3,8M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176272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38.400 expedientes (−obras menores, −resto RM)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803904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95344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600K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895344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6.000 expedientes · 3 años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59552" y="2724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59552" y="3017520"/>
            <a:ext cx="3127248" cy="1170432"/>
          </a:xfrm>
          <a:prstGeom prst="roundRect">
            <a:avLst>
              <a:gd name="adj" fmla="val 781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14032" y="3090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7.000/estudio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50992" y="3364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(hipótesis)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14032" y="3364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300/estudio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5099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14032" y="3639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23×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50992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mes 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14032" y="39136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15.750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548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estudios · Canal AOA y Colegio · 20 comunas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012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1012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estudios · FIC-R/FNDR · inicio Latam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3504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476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4476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Latam · Perú, Colombia, Argentina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· Equipo ·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en producción — caso real documentado — sin ventas aún · Ignite nos lleva de validación técnica a primeros clientes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934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· informe real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Providencia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4398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detectados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7 de Revi · mismo caso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7862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chilenos 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propio (MLSTRUCT-FP)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Estragues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Team Leader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Civil Industrial + Magíster Marketing (U. de Chile) · 23 años en desarrollo de producto, fintech y expansión Latam · Full-time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Wrbka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Arquitectura UC · 20 años en proyectos de innovación y redes de industria · Acceso AOA + Colegio de Arquitectos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Allué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años preparando expedientes y enfrentando revisiones DOM · Conoce los criterios reales desde adentro · Validó el motor normativo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6027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logramos en los 4 meses de Ignite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3891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pagando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1460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8775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comunas 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motor normativo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6K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3659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al cierre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programa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8543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8543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validada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arquitectos reales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MVP · estudios de arquitectura · OGUC / DDU / PRC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Ignite: PMF · revisores privados · multi-documento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3504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Escala: CChC / B2B canal · municipios B2G · Latam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2026-06-30T23:51:46Z</dcterms:created>
  <dcterms:modified xsi:type="dcterms:W3CDTF">2026-06-30T23:51:46Z</dcterms:modified>
</cp:coreProperties>
</file>