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2" r:id="rId6"/>
    <p:sldId id="261" r:id="rId7"/>
    <p:sldId id="264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8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7DEA3-5360-BF92-1DAF-2981C438D5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87A254-0823-C95A-432F-A37A5841AC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59445D-0C9D-4369-48AC-37D62F640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3788B-E4E8-4F9B-8A88-C753F0BC548E}" type="datetimeFigureOut">
              <a:rPr lang="es-CL" smtClean="0"/>
              <a:t>09-05-2026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6A273C-9E0F-B3BF-00FA-925DB7071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9E185E-F5E1-9552-FE31-095DE4AB2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E86F9-9028-4D24-9F94-D20ACD685A5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69281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528726-EB2C-1B42-F199-F4AA08869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BA80C7-9301-2264-BC3E-F2CEC38E5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6F58E0-7463-86DE-54EB-9905285F9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3788B-E4E8-4F9B-8A88-C753F0BC548E}" type="datetimeFigureOut">
              <a:rPr lang="es-CL" smtClean="0"/>
              <a:t>09-05-2026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EE503E-CFF9-19F5-5C20-6405086C8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9ADF19-D53D-ABC5-559F-9E1854753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E86F9-9028-4D24-9F94-D20ACD685A5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15669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89624E-9980-276D-4848-9056E20FC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5A6B691-F9D9-FDB0-699C-C99BD6C40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D6246D-E5A6-2661-D0E3-34D13636B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3788B-E4E8-4F9B-8A88-C753F0BC548E}" type="datetimeFigureOut">
              <a:rPr lang="es-CL" smtClean="0"/>
              <a:t>09-05-2026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4F3011-8E6A-092B-C5E0-27317E4B7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6739B3-D87C-B02C-54AB-65C283E98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E86F9-9028-4D24-9F94-D20ACD685A5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08087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B206ED-2DCB-9F72-2C09-488580316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F6E5F9-05D8-8EC4-3F58-4E567A672B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064E614-CED8-73E4-B36D-B66290AE0E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99B96F4-32B7-D35E-8CB8-4F32C5B05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3788B-E4E8-4F9B-8A88-C753F0BC548E}" type="datetimeFigureOut">
              <a:rPr lang="es-CL" smtClean="0"/>
              <a:t>09-05-2026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3F1FF6-2F71-9085-0523-B8FE077B2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E6B5369-48C5-9679-967B-D97886A23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E86F9-9028-4D24-9F94-D20ACD685A5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63858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FC099-574C-FB85-B5EA-56C7A8FB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882A81-AB13-D2FF-1210-0E5D40150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96340C7-925C-F642-7708-8BC935A4BA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950642C-7CBE-868F-0AD5-D7E541A43B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748DB64-92B7-0118-185B-1536AE8BB1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C80AC09-ED85-2BE5-3A6D-6F7684045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3788B-E4E8-4F9B-8A88-C753F0BC548E}" type="datetimeFigureOut">
              <a:rPr lang="es-CL" smtClean="0"/>
              <a:t>09-05-2026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FEC8F2C-7740-A66B-5CC5-D3DB5A0FF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FE5BEF3-BDD2-9F27-5789-2D48EA92C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E86F9-9028-4D24-9F94-D20ACD685A5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4325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AE4BE6-4EF4-E528-1B39-8CA6A2CAA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BDDC005-9546-A653-4841-5A0E8648F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3788B-E4E8-4F9B-8A88-C753F0BC548E}" type="datetimeFigureOut">
              <a:rPr lang="es-CL" smtClean="0"/>
              <a:t>09-05-2026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17AE724-348F-20E8-77DA-0CCFB8816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D94355-8AE7-3EF0-5C61-3C4ECB8ED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E86F9-9028-4D24-9F94-D20ACD685A5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61855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5A07507-E46C-3063-9DB5-AA7265290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3788B-E4E8-4F9B-8A88-C753F0BC548E}" type="datetimeFigureOut">
              <a:rPr lang="es-CL" smtClean="0"/>
              <a:t>09-05-2026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C4FE819-EFD8-C881-794A-288904A03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388E6E0-2D37-A05D-47A4-E0D06E2C4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E86F9-9028-4D24-9F94-D20ACD685A5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0906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E76132-D4FD-DD96-3739-DC5089158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A1F9A7-8E4A-FDAA-5340-F73001A47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3160382-1968-AD3B-861A-055C202320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D9E162A-AED2-8F29-64DA-7EB758369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3788B-E4E8-4F9B-8A88-C753F0BC548E}" type="datetimeFigureOut">
              <a:rPr lang="es-CL" smtClean="0"/>
              <a:t>09-05-2026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EB65BAD-6287-04A5-B8C7-8E6C5F75F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BE29EAA-D280-33AA-96DC-2619F6BAF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E86F9-9028-4D24-9F94-D20ACD685A5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2222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2BEBC2-386C-F067-59BA-C6AC353EA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5CD9335-92E2-5D67-B003-AD5F295207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5335249-351D-FC15-6AE5-FEEF3ED319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CE3B326-74C3-0BD7-5E9F-E115ECFBF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3788B-E4E8-4F9B-8A88-C753F0BC548E}" type="datetimeFigureOut">
              <a:rPr lang="es-CL" smtClean="0"/>
              <a:t>09-05-2026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97EFD21-2FC2-74F5-8F5E-F874366E3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463B6FB-2172-2D57-36E2-D62B2DF92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E86F9-9028-4D24-9F94-D20ACD685A5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85090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C8AB54-6E4C-59F6-47E7-7CEFF87A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1E907-4BA2-A09E-8684-6532128697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DF40B4-2C1D-09D7-CDAB-89053726A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3788B-E4E8-4F9B-8A88-C753F0BC548E}" type="datetimeFigureOut">
              <a:rPr lang="es-CL" smtClean="0"/>
              <a:t>09-05-2026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6D7C07-7760-0881-86B4-71BD44A49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97C9B4-9C3A-E443-C3B2-9D8C9D41D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E86F9-9028-4D24-9F94-D20ACD685A5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45586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794809A-A39A-663F-5A81-489EA40056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44D2A0C-F37F-A54F-E9D1-8E6CD0AC3B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781D75-6E6E-4ACD-F4DD-79C45401E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3788B-E4E8-4F9B-8A88-C753F0BC548E}" type="datetimeFigureOut">
              <a:rPr lang="es-CL" smtClean="0"/>
              <a:t>09-05-2026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21072B-828F-55AE-4933-926419788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CA576D-6101-36D7-059F-6DB9D489E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E86F9-9028-4D24-9F94-D20ACD685A5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3505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116B6E9-9AA9-B00C-AAEE-CB3CA873D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FC15C9-C24B-1698-5DA8-9DCF76170D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9AC3B3A-8DC4-E586-82F8-4062B6FD2E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93788B-E4E8-4F9B-8A88-C753F0BC548E}" type="datetimeFigureOut">
              <a:rPr lang="es-CL" smtClean="0"/>
              <a:t>09-05-2026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B73247-9778-5C08-CDF5-F7DC034FDA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07FCE5-461F-711D-FCF6-4399CB6EB7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4E86F9-9028-4D24-9F94-D20ACD685A5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17414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C5EF3D-F9DA-4889-B031-F4EBAB4591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594B0C2-E624-7DCD-51AB-BDBF27AE68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578D6DA-42CB-160A-8B98-49C29E54A69B}"/>
              </a:ext>
            </a:extLst>
          </p:cNvPr>
          <p:cNvSpPr txBox="1"/>
          <p:nvPr/>
        </p:nvSpPr>
        <p:spPr>
          <a:xfrm>
            <a:off x="1524000" y="69574"/>
            <a:ext cx="7918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Expediente con mapeo inicial de los </a:t>
            </a:r>
            <a:r>
              <a:rPr lang="es-CL" dirty="0" err="1"/>
              <a:t>docs</a:t>
            </a:r>
            <a:r>
              <a:rPr lang="es-CL" dirty="0"/>
              <a:t> </a:t>
            </a:r>
            <a:r>
              <a:rPr lang="es-CL" dirty="0" err="1"/>
              <a:t>solicititados</a:t>
            </a:r>
            <a:r>
              <a:rPr lang="es-CL" dirty="0"/>
              <a:t> con los que yo </a:t>
            </a:r>
            <a:r>
              <a:rPr lang="es-CL" dirty="0" err="1"/>
              <a:t>subi</a:t>
            </a:r>
            <a:endParaRPr lang="es-CL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6E8542B-1AD9-AA46-F4E3-5A2874594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82" y="1008595"/>
            <a:ext cx="11083636" cy="529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358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3F12D-84F6-E54E-61A1-5723DB6E3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C7539C-4953-A2C2-0B6B-1F90ED6212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DE53B0E-2E36-7DBD-7D60-46AA29F3EA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5E8FB55-9E4B-5B22-D949-F582C060CBB2}"/>
              </a:ext>
            </a:extLst>
          </p:cNvPr>
          <p:cNvSpPr txBox="1"/>
          <p:nvPr/>
        </p:nvSpPr>
        <p:spPr>
          <a:xfrm>
            <a:off x="2166730" y="69574"/>
            <a:ext cx="72754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Listado previo de observaciones al FUN, sin explicarlas ni analizarlas una por una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55A296A-9D59-BDDE-A0F0-9DEA2EA58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7099"/>
            <a:ext cx="12192000" cy="5981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467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333CA-5337-161C-4D2B-0451ACEE3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5D2A42-281D-69EC-BD96-29754E1455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F4984C6-BCEE-C5C9-21F8-50692F0CBF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B2545F8-22CF-1AD2-4B50-7DEED9404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82" y="680535"/>
            <a:ext cx="11083636" cy="575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144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0EE2C-2289-1EB3-4519-301928E0A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D1C214-0E83-4DD0-8F6F-8521054F79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7B32B49-27EE-37B9-AD29-B9377CCDB7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9BD0280-4ADD-1A36-A882-F0F1DA6A6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984" y="1114424"/>
            <a:ext cx="10076033" cy="558331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B5CE188-175B-DABA-881E-B72F36F49EF1}"/>
              </a:ext>
            </a:extLst>
          </p:cNvPr>
          <p:cNvSpPr txBox="1"/>
          <p:nvPr/>
        </p:nvSpPr>
        <p:spPr>
          <a:xfrm>
            <a:off x="2166730" y="69574"/>
            <a:ext cx="7275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Inicio revisión del FUN</a:t>
            </a:r>
          </a:p>
        </p:txBody>
      </p:sp>
    </p:spTree>
    <p:extLst>
      <p:ext uri="{BB962C8B-B14F-4D97-AF65-F5344CB8AC3E}">
        <p14:creationId xmlns:p14="http://schemas.microsoft.com/office/powerpoint/2010/main" val="1779947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6A830-3A7C-D55A-32AB-0316C8547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D9992E-141C-05DE-40FE-FF13B7B053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F39105-D4DA-1BA4-7AC5-0FA50EA228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CD68B51-A6BA-309C-4C45-0F4E81E91FEA}"/>
              </a:ext>
            </a:extLst>
          </p:cNvPr>
          <p:cNvSpPr txBox="1"/>
          <p:nvPr/>
        </p:nvSpPr>
        <p:spPr>
          <a:xfrm>
            <a:off x="1402809" y="69574"/>
            <a:ext cx="104247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Revisión del FUN. Revisa las 31 secciones de la izquierda y da observaciones precisas en cada una a la derecha. Lo va mapeando con los documentos que subí. No te voy a mostrar las 31 </a:t>
            </a:r>
            <a:r>
              <a:rPr lang="es-CL" dirty="0" err="1"/>
              <a:t>obervaciones</a:t>
            </a:r>
            <a:endParaRPr lang="es-CL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989748E-2D80-7E81-FE43-2A4228002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7687"/>
            <a:ext cx="12192000" cy="5522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384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092FD-BAA5-499C-3A04-2E8568C46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DE0FE3-7CE3-B77C-6AC1-612DA8E755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8FBCDC3-C4C4-B999-D695-CC085A1ACF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0BDD79A-F368-4176-2D72-073166EBBF4C}"/>
              </a:ext>
            </a:extLst>
          </p:cNvPr>
          <p:cNvSpPr txBox="1"/>
          <p:nvPr/>
        </p:nvSpPr>
        <p:spPr>
          <a:xfrm>
            <a:off x="1402809" y="69574"/>
            <a:ext cx="8803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Para completar las otras secciones del FUN hasta completar 31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24904E0-28DA-EF8E-62BF-2D4EFA289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5193"/>
            <a:ext cx="12192000" cy="562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582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58828-75AD-7462-EBCA-0201D1BE3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AF0AA9-5AB5-E9C7-50AA-9A854CF512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0466A2-D6C0-2FEA-19C6-33014F245F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1FA8331-2587-53E6-31E3-30872A82D4F0}"/>
              </a:ext>
            </a:extLst>
          </p:cNvPr>
          <p:cNvSpPr txBox="1"/>
          <p:nvPr/>
        </p:nvSpPr>
        <p:spPr>
          <a:xfrm>
            <a:off x="1402809" y="69574"/>
            <a:ext cx="8803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31 secciones revisadas. Fin de la etapa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796B571-87AD-EE7B-11A4-93AA70927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9968"/>
            <a:ext cx="12192000" cy="5798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822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848DF-D64E-8D2D-47B1-291D773C4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B83F93-CD3B-AC6D-6167-A0A01032C9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ED2F135-0390-C878-A964-2A35DF9A8B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803E150-04E6-FFA5-AEF9-10F6713041E4}"/>
              </a:ext>
            </a:extLst>
          </p:cNvPr>
          <p:cNvSpPr txBox="1"/>
          <p:nvPr/>
        </p:nvSpPr>
        <p:spPr>
          <a:xfrm>
            <a:off x="1402809" y="69574"/>
            <a:ext cx="88032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Listado definitivo de observaciones. Ahora hay 215. Con esto finaliza la revisión en 3 pasos de la lámina 4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08807ED-B403-9138-48E6-5284CA346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7970"/>
            <a:ext cx="12192000" cy="5822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563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B49C3-CACC-2524-6A3F-8003F10E6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8F6234-0A74-F597-F769-A534C7DFE0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1F66450-E3A2-81B5-7A4D-86A81260EA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E52019B-5BBB-53AA-8D88-A4A8FC9F1C6E}"/>
              </a:ext>
            </a:extLst>
          </p:cNvPr>
          <p:cNvSpPr txBox="1"/>
          <p:nvPr/>
        </p:nvSpPr>
        <p:spPr>
          <a:xfrm>
            <a:off x="1402809" y="69574"/>
            <a:ext cx="8803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Sección de preguntas normativas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E321897-4F6A-40BB-B826-3CAC880D7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396" y="530387"/>
            <a:ext cx="10803209" cy="623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202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950BD-601A-38D1-9809-6CE1E4352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476CFA-0879-F0F4-2D89-33DD3BE4C3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045AB4-4E16-7E48-115B-D9DD28D0B2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6FF92A6-EF95-033C-8454-2555D0CD3AB2}"/>
              </a:ext>
            </a:extLst>
          </p:cNvPr>
          <p:cNvSpPr txBox="1"/>
          <p:nvPr/>
        </p:nvSpPr>
        <p:spPr>
          <a:xfrm>
            <a:off x="1402809" y="69574"/>
            <a:ext cx="8803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Revisión de validez de cada documento. Firma y validez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EE8E81C-DBAB-E3C9-3C78-4CAAEA216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293"/>
            <a:ext cx="12192000" cy="5827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593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3D8E5-EE4A-71F8-C144-4CD45E7DE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62757F-FD16-BF94-DAD9-A3EA8114D3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43DCA7B-6D7C-8212-2015-34C18CA1EA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5557313-E2F3-8A0B-1D26-24D8BE2B2C58}"/>
              </a:ext>
            </a:extLst>
          </p:cNvPr>
          <p:cNvSpPr txBox="1"/>
          <p:nvPr/>
        </p:nvSpPr>
        <p:spPr>
          <a:xfrm>
            <a:off x="478463" y="69574"/>
            <a:ext cx="106519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Lo que dice al pinchar “ver criterios” en la sección de validez de documentos de la lámina 10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950C6C9-E292-DB6E-998E-849D27A9B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52" y="659597"/>
            <a:ext cx="4637991" cy="623454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5071D87-4422-43A8-ECB9-AE5B7C2E9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970" y="580083"/>
            <a:ext cx="4749394" cy="623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013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EAEC4-9F98-65C8-6CA6-683FBA4B6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183AA6-7FCB-EF48-B119-54F1070910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C18F08-F9CC-B858-CF8B-66D62B40AC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F0EF4F6-64FE-D6FD-FDAE-7B454F38782D}"/>
              </a:ext>
            </a:extLst>
          </p:cNvPr>
          <p:cNvSpPr txBox="1"/>
          <p:nvPr/>
        </p:nvSpPr>
        <p:spPr>
          <a:xfrm>
            <a:off x="478463" y="69574"/>
            <a:ext cx="10651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Lo que dice al pinchar “añadir al acta” en la sección de validez de documentos de la lámina 10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762982D-5ABE-6015-89D9-3AF33CEC46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723" t="15907"/>
          <a:stretch>
            <a:fillRect/>
          </a:stretch>
        </p:blipFill>
        <p:spPr>
          <a:xfrm>
            <a:off x="1337800" y="1065006"/>
            <a:ext cx="9943784" cy="574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839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1F3D8-45E1-D4BD-D852-D965FC3F8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0718C3-1132-2F82-FCCE-9C00F1FFBE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C4DB629-DA0B-EF6D-E943-528D67C1C0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DE24638-1B73-767D-BB75-DCCD37E856BD}"/>
              </a:ext>
            </a:extLst>
          </p:cNvPr>
          <p:cNvSpPr txBox="1"/>
          <p:nvPr/>
        </p:nvSpPr>
        <p:spPr>
          <a:xfrm>
            <a:off x="478463" y="69574"/>
            <a:ext cx="10651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Uno de los </a:t>
            </a:r>
            <a:r>
              <a:rPr lang="es-CL" dirty="0" err="1"/>
              <a:t>doc</a:t>
            </a:r>
            <a:r>
              <a:rPr lang="es-CL" dirty="0"/>
              <a:t> presenta este error de validez de documentos de la lámina 10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5C6E501-757F-E8A3-EFC1-E48EC03D6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2355"/>
            <a:ext cx="12192000" cy="5073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572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579CB-D071-DD84-07F5-876FE87B9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64FA23-D15E-434D-7B83-3C18049905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49608F5-00A9-D476-B608-A78078FC13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3FF3136-6249-AE61-36E8-C5A967719CA2}"/>
              </a:ext>
            </a:extLst>
          </p:cNvPr>
          <p:cNvSpPr txBox="1"/>
          <p:nvPr/>
        </p:nvSpPr>
        <p:spPr>
          <a:xfrm>
            <a:off x="478463" y="69574"/>
            <a:ext cx="10651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Inicio revisión antecedentes adicionales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30465D7-7D3B-7DD1-C401-E27266B66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82" y="579110"/>
            <a:ext cx="11083636" cy="569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678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74A28-FF99-6A3B-1D2E-9156C99B1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636C82-A6C6-9B14-1FF1-43CB0FBC7B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905D1C2-7EBC-18C0-9C7B-72CBF2E930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A54B2D7-215E-E185-B67A-B6514C07435D}"/>
              </a:ext>
            </a:extLst>
          </p:cNvPr>
          <p:cNvSpPr txBox="1"/>
          <p:nvPr/>
        </p:nvSpPr>
        <p:spPr>
          <a:xfrm>
            <a:off x="478463" y="69574"/>
            <a:ext cx="10651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Antecedentes adicionales 1/2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CDB6B64-7341-A736-9394-A0848A067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695" y="595116"/>
            <a:ext cx="9580609" cy="566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188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E768A-5D43-281B-ABBA-8A2A24EAB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77D4F4-839D-AAF6-FF28-E410144FC8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4C28077-D599-0C82-0DC1-7F064D6B0F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E748770-E315-0B23-028B-F883AB1EB4B4}"/>
              </a:ext>
            </a:extLst>
          </p:cNvPr>
          <p:cNvSpPr txBox="1"/>
          <p:nvPr/>
        </p:nvSpPr>
        <p:spPr>
          <a:xfrm>
            <a:off x="478463" y="69574"/>
            <a:ext cx="10651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Antecedentes adicionales 1/2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DD8CEBD-AAD4-890F-BA8C-EF34D64EA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695" y="595116"/>
            <a:ext cx="9580609" cy="566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170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7B85D-9DE8-EEC2-796D-84BF41BA9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2CA6FD-92F7-A48B-D62A-AE85802058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5FEDA2-6B02-1E6C-63E9-4894917256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F3E1454-17BF-8970-3E6E-30C101E5D1D5}"/>
              </a:ext>
            </a:extLst>
          </p:cNvPr>
          <p:cNvSpPr txBox="1"/>
          <p:nvPr/>
        </p:nvSpPr>
        <p:spPr>
          <a:xfrm>
            <a:off x="478463" y="69574"/>
            <a:ext cx="10651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Antecedentes adicionales 2/2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67CA154-44D4-F468-DE84-9302BB369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031" y="595116"/>
            <a:ext cx="9605936" cy="566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0328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BCF1F-A108-3037-F3B3-673F49CA7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23D84A-D794-2472-AF9B-CC520FEB40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EB65EAA-4BE2-2E39-08A6-7799A918B2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C1BC41-F1B1-F5F7-747B-BEB5F6758EA4}"/>
              </a:ext>
            </a:extLst>
          </p:cNvPr>
          <p:cNvSpPr txBox="1"/>
          <p:nvPr/>
        </p:nvSpPr>
        <p:spPr>
          <a:xfrm>
            <a:off x="478463" y="69574"/>
            <a:ext cx="10651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Detalle de cada </a:t>
            </a:r>
            <a:r>
              <a:rPr lang="es-CL" dirty="0" err="1"/>
              <a:t>antedente</a:t>
            </a:r>
            <a:r>
              <a:rPr lang="es-CL" dirty="0"/>
              <a:t> adicional identificado. Igual para todos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069D6AE-460B-91CA-61C5-15624F192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6406"/>
            <a:ext cx="12192000" cy="570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5188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AA54A-AEB9-6707-B394-77DBBE2A4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C6DCE4-1387-C9F2-CD3D-7A94B84694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B31B86-8DBC-ED9A-E0CB-253AEC4382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EBD4109-BFE1-D2FB-B547-4661F3265278}"/>
              </a:ext>
            </a:extLst>
          </p:cNvPr>
          <p:cNvSpPr txBox="1"/>
          <p:nvPr/>
        </p:nvSpPr>
        <p:spPr>
          <a:xfrm>
            <a:off x="478463" y="69574"/>
            <a:ext cx="10651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Revisión terminada y validación de observaciones. Cambia el número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171EE73-A12B-DC53-FA6B-77B14F4E1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3374"/>
            <a:ext cx="12192000" cy="5831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361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ED1DD-7295-26BA-4913-04981049E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95979E-A150-0725-2E58-BABFEBCD1A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7FE0E7-0079-34ED-0A93-1AA42392D1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239DB2B-3984-9628-99D0-969D720D6EB2}"/>
              </a:ext>
            </a:extLst>
          </p:cNvPr>
          <p:cNvSpPr txBox="1"/>
          <p:nvPr/>
        </p:nvSpPr>
        <p:spPr>
          <a:xfrm>
            <a:off x="478463" y="69574"/>
            <a:ext cx="10651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Listado de los no requeridos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6DA177A-93BD-F120-C2EB-D3CECB097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1469"/>
            <a:ext cx="12192000" cy="613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8730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8074-3919-0476-1FA4-69ED330B1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B93D34-2659-25EF-3C58-0AF7181D02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B5AE54B-883A-6830-0131-4B985856B0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BBF180C-7CBD-BB17-D0B2-EA6AF2EAE36F}"/>
              </a:ext>
            </a:extLst>
          </p:cNvPr>
          <p:cNvSpPr txBox="1"/>
          <p:nvPr/>
        </p:nvSpPr>
        <p:spPr>
          <a:xfrm>
            <a:off x="478463" y="69574"/>
            <a:ext cx="10651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Listado de los no requeridos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03C9659-1FAE-5F5C-DC6D-18FEB971E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050" y="540326"/>
            <a:ext cx="10278389" cy="623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6891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C47EF-6194-9FF3-8916-7E502DE94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84188C-A122-C943-DA83-0D3DADD9D4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F77ACE-4A0A-FF16-45E0-CC9D16E260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999A17B-5343-3320-33FB-5D9D8F0CEB0E}"/>
              </a:ext>
            </a:extLst>
          </p:cNvPr>
          <p:cNvSpPr txBox="1"/>
          <p:nvPr/>
        </p:nvSpPr>
        <p:spPr>
          <a:xfrm>
            <a:off x="478463" y="69574"/>
            <a:ext cx="10651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Listado de los no requeridos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BB61BDA-F08E-6D49-7087-BA78B03AA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489" y="540326"/>
            <a:ext cx="10985022" cy="623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8170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D7A43-EC9C-28AA-BA64-668427325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EE1B2C-854C-8048-1B73-43607864BF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DB9681-9E4C-9984-AC47-FE9927DF79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0A3F1B0-613B-FD99-6D1E-2A42B845A3B9}"/>
              </a:ext>
            </a:extLst>
          </p:cNvPr>
          <p:cNvSpPr txBox="1"/>
          <p:nvPr/>
        </p:nvSpPr>
        <p:spPr>
          <a:xfrm>
            <a:off x="478463" y="69574"/>
            <a:ext cx="10651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Para cada uno de los no requeridos pide validación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E7E35A5-859A-0587-2539-91FF6CAEC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8894"/>
            <a:ext cx="12192000" cy="5900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5416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9E593-23C6-1494-D8D2-B11F19DD8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ABAD1A-146C-8ABA-E50F-DA48CC92ED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DAB8AB-35C3-C814-2AE8-EE433A3D5D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CDCA93E-9A9C-8720-2829-24465A1A0042}"/>
              </a:ext>
            </a:extLst>
          </p:cNvPr>
          <p:cNvSpPr txBox="1"/>
          <p:nvPr/>
        </p:nvSpPr>
        <p:spPr>
          <a:xfrm>
            <a:off x="478463" y="69574"/>
            <a:ext cx="10651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Fin de revisión de los </a:t>
            </a:r>
            <a:r>
              <a:rPr lang="es-CL"/>
              <a:t>no requeridos</a:t>
            </a:r>
            <a:endParaRPr lang="es-CL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5BFB343-DC91-14AE-DD2D-09F204207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057"/>
            <a:ext cx="12192000" cy="563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3224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243</Words>
  <Application>Microsoft Office PowerPoint</Application>
  <PresentationFormat>Panorámica</PresentationFormat>
  <Paragraphs>23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Nicolás Estragues Nuñez</dc:creator>
  <cp:lastModifiedBy>Nicolás Estragues Nuñez</cp:lastModifiedBy>
  <cp:revision>1</cp:revision>
  <dcterms:created xsi:type="dcterms:W3CDTF">2026-05-09T17:35:15Z</dcterms:created>
  <dcterms:modified xsi:type="dcterms:W3CDTF">2026-05-09T18:26:59Z</dcterms:modified>
</cp:coreProperties>
</file>